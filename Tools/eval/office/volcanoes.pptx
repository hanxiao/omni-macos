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volcanoes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Magma rises where tectonic plates pull apart</a:t>
            </a:r>
          </a:p>
          <a:p>
            <a:r>
              <a:t>or where one plate dives under another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Famous eruptions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Vesuvius buried Pompeii in 79 AD</a:t>
            </a:r>
          </a:p>
          <a:p>
            <a:r>
              <a:t>Krakatoa in 1883 was heard 4,800 km 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430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model volcano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Baking soda, vinegar and red food colouring</a:t>
            </a:r>
          </a:p>
          <a:p>
            <a:r>
              <a:t>in a cone of modelling clay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