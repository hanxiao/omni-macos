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Board update, November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Harbor Analytics</a:t>
            </a:r>
          </a:p>
          <a:p>
            <a:r>
              <a:t>Prepared for the quarterly board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churn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Monthly churn fell from 3.4% to 2.1%</a:t>
            </a:r>
          </a:p>
          <a:p>
            <a:r>
              <a:t>Biggest loss: two retail clients in Rotterdam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Warehouse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Conveyor upgrade finished in Gdansk</a:t>
            </a:r>
          </a:p>
          <a:p>
            <a:r>
              <a:t>Picking errors down 40% since August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1430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a support desk in Montreal</a:t>
            </a:r>
          </a:p>
          <a:p>
            <a:r>
              <a:t>Renew the freight contract with Baltic 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2026-10-01T09:00:00Z</dcterms:created>
  <dcterms:modified xsi:type="dcterms:W3CDTF">2026-10-01T09:00:00Z</dcterms:modified>
  <cp:category/>
</cp:coreProperties>
</file>