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Messeauftritt Hannover 2027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Planung für die Industriemesse im April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Standplanung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 mit 40 Quadratmetern in Halle 7</a:t>
            </a:r>
          </a:p>
          <a:p>
            <a:r>
              <a:t>Zwei Bildschirme und eine Kaffeebar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Yin-Ya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1430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Kosten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Standmiete 18.500 Euro</a:t>
            </a:r>
          </a:p>
          <a:p>
            <a:r>
              <a:t>Reise und Hotel 6.200 Euro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2026-10-01T09:00:00Z</dcterms:created>
  <dcterms:modified xsi:type="dcterms:W3CDTF">2026-10-01T09:00:00Z</dcterms:modified>
  <cp:category/>
</cp:coreProperties>
</file>